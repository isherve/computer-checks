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1280160"/>
            <a:ext cx="8686800" cy="4114800"/>
          </a:xfrm>
          <a:prstGeom prst="roundRect">
            <a:avLst/>
          </a:prstGeom>
          <a:solidFill>
            <a:srgbClr val="080E16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C4C8"/>
                </a:solidFill>
                <a:latin typeface="Calibri"/>
              </a:rPr>
              <a:t>UTB RUBAVU CAMPUS  ·  FINAL YEAR PROJECT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8138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8FAFC"/>
                </a:solidFill>
                <a:latin typeface="Calibri"/>
              </a:rPr>
              <a:t>Computer Checks</a:t>
            </a:r>
          </a:p>
          <a:p>
            <a:r>
              <a:rPr sz="2000" b="0">
                <a:solidFill>
                  <a:srgbClr val="94A3B8"/>
                </a:solidFill>
                <a:latin typeface="Calibri"/>
              </a:rPr>
              <a:t>QR-Based Laptop Gate Verification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81381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Presented by: Mfitumukiza Eric  &amp;  Tuyishimire Gaspard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Development model: Agile (iterative)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Academic Year 2024 /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Calibri"/>
              </a:rPr>
              <a:t>Computer Checks  ·  QR Laptop Gate Verification  ·  UTB Rubavu Campus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28816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AC4C8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Outline &amp;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Defense roadmap and project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5577840" cy="475488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C4C8"/>
                </a:solidFill>
                <a:latin typeface="Calibri"/>
              </a:rPr>
              <a:t>Presentation outline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▸  Problem, objectives, Agile model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▸  Functional &amp; non-functional requirements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▸  Analysis, design, architecture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▸  Implementation &amp; gate workflow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▸  Testing, results, 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486400" cy="475488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C4C8"/>
                </a:solidFill>
                <a:latin typeface="Calibri"/>
              </a:rPr>
              <a:t>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Campus gates must verify personal computers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Paper registers are slow and hard to audit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QR codes enable fast phone-based logging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One web platform for Admin and gate officers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Built for UTB Rubavu Campus operations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28816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Calibri"/>
              </a:rPr>
              <a:t>Computer Checks  ·  QR Laptop Gate Verification  ·  UTB Rubavu Campus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528816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AC4C8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Problem Statement &amp;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77840" cy="480060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8B84A"/>
                </a:solidFill>
                <a:latin typeface="Calibri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▸  Manual gate logging causes delays and errors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▸  Illegible or incomplete paper records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▸  Difficult retrieval of past movements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▸  Weak digital ownership traceability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480060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17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C4C8"/>
                </a:solidFill>
                <a:latin typeface="Calibri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General: Design and implement a QR-based gate verification system for campus PCs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Register laptops with owner details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Generate printable QR codes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Log check-in / check-out via scan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Role-based access and PDF/CSV reports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528816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Calibri"/>
              </a:rPr>
              <a:t>Computer Checks  ·  QR Laptop Gate Verification  ·  UTB Rubavu Campus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528816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AC4C8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Model Used: Agile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Iterative delivery of Computer Checks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2194560" cy="3063240"/>
          </a:xfrm>
          <a:prstGeom prst="roundRect">
            <a:avLst/>
          </a:prstGeom>
          <a:solidFill>
            <a:srgbClr val="1A2738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1600200"/>
            <a:ext cx="502920" cy="50292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64208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AC4C8"/>
                </a:solidFill>
                <a:latin typeface="Calibri"/>
              </a:rPr>
              <a:t>Backlog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Requirements &amp;
objectives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79" y="1371600"/>
            <a:ext cx="2194560" cy="3063240"/>
          </a:xfrm>
          <a:prstGeom prst="roundRect">
            <a:avLst/>
          </a:prstGeom>
          <a:solidFill>
            <a:srgbClr val="1A2738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20439" y="1600200"/>
            <a:ext cx="502920" cy="50292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1664208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228600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AC4C8"/>
                </a:solidFill>
                <a:latin typeface="Calibri"/>
              </a:rPr>
              <a:t>Sprint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39" y="28803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Prioritize
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371600"/>
            <a:ext cx="2194560" cy="3063240"/>
          </a:xfrm>
          <a:prstGeom prst="roundRect">
            <a:avLst/>
          </a:prstGeom>
          <a:solidFill>
            <a:srgbClr val="1A2738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52160" y="1600200"/>
            <a:ext cx="502920" cy="50292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1664208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28600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AC4C8"/>
                </a:solidFill>
                <a:latin typeface="Calibri"/>
              </a:rPr>
              <a:t>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8803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PHP modules
&amp; database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19" y="1371600"/>
            <a:ext cx="2194560" cy="3063240"/>
          </a:xfrm>
          <a:prstGeom prst="roundRect">
            <a:avLst/>
          </a:prstGeom>
          <a:solidFill>
            <a:srgbClr val="1A2738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83879" y="1600200"/>
            <a:ext cx="502920" cy="50292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1664208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28600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AC4C8"/>
                </a:solidFill>
                <a:latin typeface="Calibri"/>
              </a:rP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8803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Login, QR,
logs, reports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1371600"/>
            <a:ext cx="2194560" cy="3063240"/>
          </a:xfrm>
          <a:prstGeom prst="roundRect">
            <a:avLst/>
          </a:prstGeom>
          <a:solidFill>
            <a:srgbClr val="1A2738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515600" y="1600200"/>
            <a:ext cx="502920" cy="50292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0" y="1664208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28600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AC4C8"/>
                </a:solidFill>
                <a:latin typeface="Calibri"/>
              </a:rPr>
              <a:t>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8803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Demo &amp;
feedback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663440"/>
            <a:ext cx="11338560" cy="128016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8FAFC"/>
                </a:solidFill>
                <a:latin typeface="Calibri"/>
              </a:rPr>
              <a:t>Why Agile: registration → QR → scan → logs → reports were built and validated in short cycles. Thesis chapters follow a clear academic sequence (analysis → design → implementation → testing).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28816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Calibri"/>
              </a:rPr>
              <a:t>Computer Checks  ·  QR Laptop Gate Verification  ·  UTB Rubavu Campus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528816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AC4C8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What Computer Checks must 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669280" cy="73152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91440" cy="7315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8FAFC"/>
                </a:solidFill>
                <a:latin typeface="Calibri"/>
              </a:rPr>
              <a:t>FR1   Authenticate Admin and Guest roles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669280" cy="73152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91440" cy="7315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8132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8FAFC"/>
                </a:solidFill>
                <a:latin typeface="Calibri"/>
              </a:rPr>
              <a:t>FR2   Register laptop (SN, model, owner, ID)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03120"/>
            <a:ext cx="5669280" cy="73152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103120"/>
            <a:ext cx="91440" cy="7315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0428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8FAFC"/>
                </a:solidFill>
                <a:latin typeface="Calibri"/>
              </a:rPr>
              <a:t>FR3   Search PCs and generate QR codes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103120"/>
            <a:ext cx="5669280" cy="73152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03120"/>
            <a:ext cx="91440" cy="7315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0428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8FAFC"/>
                </a:solidFill>
                <a:latin typeface="Calibri"/>
              </a:rPr>
              <a:t>FR4   Scan QR → gate form → check-in/out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926080"/>
            <a:ext cx="5669280" cy="73152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2926080"/>
            <a:ext cx="91440" cy="7315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2724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8FAFC"/>
                </a:solidFill>
                <a:latin typeface="Calibri"/>
              </a:rPr>
              <a:t>FR5   Save optional comments on each log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926080"/>
            <a:ext cx="5669280" cy="73152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926080"/>
            <a:ext cx="91440" cy="7315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12724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8FAFC"/>
                </a:solidFill>
                <a:latin typeface="Calibri"/>
              </a:rPr>
              <a:t>FR6   View and filter gate logs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749039"/>
            <a:ext cx="5669280" cy="73152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749039"/>
            <a:ext cx="91440" cy="7315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950207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8FAFC"/>
                </a:solidFill>
                <a:latin typeface="Calibri"/>
              </a:rPr>
              <a:t>FR7   Download reports as PDF / CSV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749039"/>
            <a:ext cx="5669280" cy="73152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749039"/>
            <a:ext cx="91440" cy="7315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950207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8FAFC"/>
                </a:solidFill>
                <a:latin typeface="Calibri"/>
              </a:rPr>
              <a:t>FR8   Admin user management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4572000"/>
            <a:ext cx="5669280" cy="73152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4572000"/>
            <a:ext cx="91440" cy="7315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77316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8FAFC"/>
                </a:solidFill>
                <a:latin typeface="Calibri"/>
              </a:rPr>
              <a:t>FR9   Change password securely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572000"/>
            <a:ext cx="5669280" cy="73152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572000"/>
            <a:ext cx="91440" cy="7315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77316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8FAFC"/>
                </a:solidFill>
                <a:latin typeface="Calibri"/>
              </a:rPr>
              <a:t>FR10   Show success message after commit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528816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Calibri"/>
              </a:rPr>
              <a:t>Computer Checks  ·  QR Laptop Gate Verification  ·  UTB Rubavu Campus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20095" y="6528816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AC4C8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Non-Functional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Quality attributes of the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669280" cy="1024128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1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C4C8"/>
                </a:solidFill>
                <a:latin typeface="Calibri"/>
              </a:rPr>
              <a:t>Usability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8FAFC"/>
                </a:solidFill>
                <a:latin typeface="Calibri"/>
              </a:rPr>
              <a:t>Clear dashboards; mobile gate form for phone scanning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669280" cy="1024128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44751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C4C8"/>
                </a:solidFill>
                <a:latin typeface="Calibri"/>
              </a:rPr>
              <a:t>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83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8FAFC"/>
                </a:solidFill>
                <a:latin typeface="Calibri"/>
              </a:rPr>
              <a:t>Interactive response for login, QR, and log submit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423160"/>
            <a:ext cx="5669280" cy="1024128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877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C4C8"/>
                </a:solidFill>
                <a:latin typeface="Calibri"/>
              </a:rP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26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8FAFC"/>
                </a:solidFill>
                <a:latin typeface="Calibri"/>
              </a:rPr>
              <a:t>Password hashing, sessions, role-based page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423160"/>
            <a:ext cx="5669280" cy="1024128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5877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C4C8"/>
                </a:solidFill>
                <a:latin typeface="Calibri"/>
              </a:rPr>
              <a:t>Reliability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926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8FAFC"/>
                </a:solidFill>
                <a:latin typeface="Calibri"/>
              </a:rPr>
              <a:t>Validated inputs; consistent auditable log records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566160"/>
            <a:ext cx="5669280" cy="1024128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307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C4C8"/>
                </a:solidFill>
                <a:latin typeface="Calibri"/>
              </a:rPr>
              <a:t>Maintainability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69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8FAFC"/>
                </a:solidFill>
                <a:latin typeface="Calibri"/>
              </a:rPr>
              <a:t>Modular PHP: auth, registry, QR, logs, exports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566160"/>
            <a:ext cx="5669280" cy="1024128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7307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C4C8"/>
                </a:solidFill>
                <a:latin typeface="Calibri"/>
              </a:rPr>
              <a:t>Portability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069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8FAFC"/>
                </a:solidFill>
                <a:latin typeface="Calibri"/>
              </a:rPr>
              <a:t>XAMPP locally; PHP/MySQL hosting for production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709160"/>
            <a:ext cx="5669280" cy="1024128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8737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C4C8"/>
                </a:solidFill>
                <a:latin typeface="Calibri"/>
              </a:rPr>
              <a:t>Availability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212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8FAFC"/>
                </a:solidFill>
                <a:latin typeface="Calibri"/>
              </a:rPr>
              <a:t>Requires network for live QR scan URLs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709160"/>
            <a:ext cx="5669280" cy="1024128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87375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C4C8"/>
                </a:solidFill>
                <a:latin typeface="Calibri"/>
              </a:rPr>
              <a:t>Scalability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212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8FAFC"/>
                </a:solidFill>
                <a:latin typeface="Calibri"/>
              </a:rPr>
              <a:t>Database grows with computers and daily gate events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528816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Calibri"/>
              </a:rPr>
              <a:t>Computer Checks  ·  QR Laptop Gate Verification  ·  UTB Rubavu Campus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528816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AC4C8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System Analysis &amp;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Actors, processes, and data stores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3703320" cy="475488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C4C8"/>
                </a:solidFill>
                <a:latin typeface="Calibri"/>
              </a:rPr>
              <a:t>Actors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Admin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Guest / gate officer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Phone user (QR scan)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25880"/>
            <a:ext cx="3703320" cy="475488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08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C4C8"/>
                </a:solidFill>
                <a:latin typeface="Calibri"/>
              </a:rPr>
              <a:t>Main processes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Authenticate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Register computer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Generate QR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Record gate log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View / export 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325880"/>
            <a:ext cx="3703320" cy="475488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08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C4C8"/>
                </a:solidFill>
                <a:latin typeface="Calibri"/>
              </a:rPr>
              <a:t>Core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574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users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computer_info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logs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Linked by owner ID / SN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Calibri"/>
              </a:rPr>
              <a:t>Computer Checks  ·  QR Laptop Gate Verification  ·  UTB Rubavu Campus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528816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AC4C8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Architecture &amp;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Three-tier Computer Checks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128016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12801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C4C8"/>
                </a:solidFill>
                <a:latin typeface="Calibri"/>
              </a:rPr>
              <a:t>Presentation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8FAFC"/>
                </a:solidFill>
                <a:latin typeface="Calibri"/>
              </a:rPr>
              <a:t>HTML, CSS, Bootstrap, JavaScript — dashboards, QR page, mobile gate 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88920"/>
            <a:ext cx="11247120" cy="128016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109728" cy="12801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175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C4C8"/>
                </a:solidFill>
                <a:latin typeface="Calibri"/>
              </a:rPr>
              <a:t>Application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8FAFC"/>
                </a:solidFill>
                <a:latin typeface="Calibri"/>
              </a:rPr>
              <a:t>PHP + PDO + sessions — auth, validation, QR encoding, logging, PDF/CSV export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11247120" cy="128016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206240"/>
            <a:ext cx="109728" cy="12801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4348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C4C8"/>
                </a:solidFill>
                <a:latin typeface="Calibri"/>
              </a:rPr>
              <a:t>Data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46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8FAFC"/>
                </a:solidFill>
                <a:latin typeface="Calibri"/>
              </a:rPr>
              <a:t>MySQL (XAMPP / production hosting) — users, computer_info, logs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28816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Calibri"/>
              </a:rPr>
              <a:t>Computer Checks  ·  QR Laptop Gate Verification  ·  UTB Rubavu Campus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528816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AC4C8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Implementation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What was delivered in Computer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3657600" cy="201168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109728" cy="20116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AC4C8"/>
                </a:solidFill>
                <a:latin typeface="Calibri"/>
              </a:rPr>
              <a:t>Register &amp; QR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Create laptop records and print scannable QR codes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25880"/>
            <a:ext cx="3657600" cy="201168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325880"/>
            <a:ext cx="109728" cy="20116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3736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AC4C8"/>
                </a:solidFill>
                <a:latin typeface="Calibri"/>
              </a:rPr>
              <a:t>Gate scan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860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Phone opens form → Check-In/Out → success message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657600" cy="201168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109728" cy="20116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73736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AC4C8"/>
                </a:solidFill>
                <a:latin typeface="Calibri"/>
              </a:rPr>
              <a:t>Logs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2860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Activity table, comments, period filters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520439"/>
            <a:ext cx="3657600" cy="201168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520439"/>
            <a:ext cx="109728" cy="20116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AC4C8"/>
                </a:solidFill>
                <a:latin typeface="Calibri"/>
              </a:rPr>
              <a:t>Exports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80559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Download filtered logs as PDF or CSV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520439"/>
            <a:ext cx="3657600" cy="201168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520439"/>
            <a:ext cx="109728" cy="20116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93192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AC4C8"/>
                </a:solidFill>
                <a:latin typeface="Calibri"/>
              </a:rPr>
              <a:t>Roles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480559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Admin manages users; Guest runs gate operations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520439"/>
            <a:ext cx="3657600" cy="201168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3520439"/>
            <a:ext cx="109728" cy="20116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93192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AC4C8"/>
                </a:solidFill>
                <a:latin typeface="Calibri"/>
              </a:rPr>
              <a:t>UTB IDs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480559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Student registration numbers use UTB format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528816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Calibri"/>
              </a:rPr>
              <a:t>Computer Checks  ·  QR Laptop Gate Verification  ·  UTB Rubavu Campus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528816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AC4C8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Operational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Calibri"/>
              </a:rPr>
              <a:t>From registration to auditable gate 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011680"/>
            <a:ext cx="1783080" cy="1554480"/>
          </a:xfrm>
          <a:prstGeom prst="roundRect">
            <a:avLst/>
          </a:prstGeom>
          <a:solidFill>
            <a:srgbClr val="0D7377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1
Register
laptop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2011680"/>
            <a:ext cx="1783080" cy="1554480"/>
          </a:xfrm>
          <a:prstGeom prst="roundRect">
            <a:avLst/>
          </a:prstGeom>
          <a:solidFill>
            <a:srgbClr val="1A2738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228600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2
Generate
QR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011680"/>
            <a:ext cx="1783080" cy="1554480"/>
          </a:xfrm>
          <a:prstGeom prst="roundRect">
            <a:avLst/>
          </a:prstGeom>
          <a:solidFill>
            <a:srgbClr val="0D7377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28600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3
Print /
keep QR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011680"/>
            <a:ext cx="1783080" cy="1554480"/>
          </a:xfrm>
          <a:prstGeom prst="roundRect">
            <a:avLst/>
          </a:prstGeom>
          <a:solidFill>
            <a:srgbClr val="1A2738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28600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4
Scan at
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11680"/>
            <a:ext cx="1783080" cy="1554480"/>
          </a:xfrm>
          <a:prstGeom prst="roundRect">
            <a:avLst/>
          </a:prstGeom>
          <a:solidFill>
            <a:srgbClr val="0D7377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5
Submit
In / 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95560" y="2011680"/>
            <a:ext cx="1783080" cy="1554480"/>
          </a:xfrm>
          <a:prstGeom prst="roundRect">
            <a:avLst/>
          </a:prstGeom>
          <a:solidFill>
            <a:srgbClr val="1A2738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87000" y="228600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6
Log &amp;
report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23360"/>
            <a:ext cx="11338560" cy="196596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519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8FAFC"/>
                </a:solidFill>
                <a:latin typeface="Calibri"/>
              </a:rPr>
              <a:t>After commit, the phone shows: “A log for [serial] whose the owner is [name] is recorded successfully! Status: [check-in/check-out].” Comments entered at the gate appear under Logs and in PDF/CSV exports.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28816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Calibri"/>
              </a:rPr>
              <a:t>Computer Checks  ·  QR Laptop Gate Verification  ·  UTB Rubavu Campus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528816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AC4C8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Testing, Results &amp; 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77840" cy="480060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8B84A"/>
                </a:solidFill>
                <a:latin typeface="Calibri"/>
              </a:rPr>
              <a:t>Testing &amp;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Admin / Guest login validated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Laptop registration &amp; UTB IDs OK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QR opens gate form on phone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Check-in/out + comments stored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PDF &amp; CSV exports verified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Usable on desktop and mobile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532120" cy="4800600"/>
          </a:xfrm>
          <a:prstGeom prst="roundRect">
            <a:avLst/>
          </a:prstGeom>
          <a:solidFill>
            <a:srgbClr val="141E2B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173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C4C8"/>
                </a:solidFill>
                <a:latin typeface="Calibri"/>
              </a:rPr>
              <a:t>Conclusion &amp; 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Computer Checks digitizes PC gate control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Faster logging and stronger audit trails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Train officers; keep QR on each device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Use durable MySQL for production hosting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▸  Future: alerts, offline mode, more assets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528816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Calibri"/>
              </a:rPr>
              <a:t>Computer Checks  ·  QR Laptop Gate Verification  ·  UTB Rubavu Campus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528816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AC4C8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1463040"/>
            <a:ext cx="11155680" cy="4114800"/>
          </a:xfrm>
          <a:prstGeom prst="roundRect">
            <a:avLst/>
          </a:prstGeom>
          <a:solidFill>
            <a:srgbClr val="080E16"/>
          </a:solidFill>
          <a:ln>
            <a:solidFill>
              <a:srgbClr val="2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8FAFC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AC4C8"/>
                </a:solidFill>
                <a:latin typeface="Calibri"/>
              </a:rPr>
              <a:t>Questions from the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9184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Mfitumukiza Eric  &amp;  Tuyishimire Gaspard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Computer Checks · UTB Rubavu Campus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Agile model  ·  PHP / MySQL / QR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Live demo: https://computer-checks.vercel.app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Calibri"/>
              </a:rPr>
              <a:t>Computer Checks  ·  QR Laptop Gate Verification  ·  UTB Rubavu Campus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28816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1AC4C8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